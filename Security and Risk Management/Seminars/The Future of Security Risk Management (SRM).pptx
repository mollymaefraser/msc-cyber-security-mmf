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7744ee08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7744ee0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744ee08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7744ee08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7744ee0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7744ee0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7744ee08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7744ee08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744ee0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744ee0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7744ee08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7744ee08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7744ee08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7744ee08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Future of Security Risk Management (SRM)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Shift from Reactive GRC to AI-First Predictive Resilience (2026–2031)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Beyond the "Post-Mortem" Culture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Traditional SRM relies on "point-in-time" manual audits and static risk registers.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A shift toward </a:t>
            </a:r>
            <a:r>
              <a:rPr b="1" lang="en" sz="1100">
                <a:solidFill>
                  <a:schemeClr val="dk1"/>
                </a:solidFill>
              </a:rPr>
              <a:t>Predictive Risk Management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Core Argument:</a:t>
            </a:r>
            <a:r>
              <a:rPr lang="en" sz="1100">
                <a:solidFill>
                  <a:schemeClr val="dk1"/>
                </a:solidFill>
              </a:rPr>
              <a:t> The integration of Agentic AI and Continuous Controls Monitoring (CCM) is the most influential trend of the next five years.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Eradicating the "Compliance Gap" through real-time prevention.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Drivers of the 2026–2031 Era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Continuous Controls Monitoring (CCM):</a:t>
            </a:r>
            <a:r>
              <a:rPr lang="en" sz="1100">
                <a:solidFill>
                  <a:schemeClr val="dk1"/>
                </a:solidFill>
              </a:rPr>
              <a:t> Automated 24/7 telemetry replacing quarterly manual audits.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Predictive Quantisation:</a:t>
            </a:r>
            <a:r>
              <a:rPr lang="en" sz="1100">
                <a:solidFill>
                  <a:schemeClr val="dk1"/>
                </a:solidFill>
              </a:rPr>
              <a:t> Moving from subjective "High/Medium/Low" heatmaps to real-time financial impact forecasting.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Algorithmic Governance:</a:t>
            </a:r>
            <a:r>
              <a:rPr lang="en" sz="1100">
                <a:solidFill>
                  <a:schemeClr val="dk1"/>
                </a:solidFill>
              </a:rPr>
              <a:t> Managing the unique ethical and operational risks posed by autonomous AI agents.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Manual SRM is No Longer Viable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Human Latency:</a:t>
            </a:r>
            <a:r>
              <a:rPr lang="en" sz="1100">
                <a:solidFill>
                  <a:schemeClr val="dk1"/>
                </a:solidFill>
              </a:rPr>
              <a:t> Human-led risk assessment cannot scale to modern attack volumes.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Millisecond Advantage:</a:t>
            </a:r>
            <a:r>
              <a:rPr lang="en" sz="1100">
                <a:solidFill>
                  <a:schemeClr val="dk1"/>
                </a:solidFill>
              </a:rPr>
              <a:t> Predictive SRM synthesises global threat feeds to reduce "Time to Detect" from days to milliseconds.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Automation:</a:t>
            </a:r>
            <a:r>
              <a:rPr lang="en" sz="1100">
                <a:solidFill>
                  <a:schemeClr val="dk1"/>
                </a:solidFill>
              </a:rPr>
              <a:t> Shifting from "Human-as-the-processor" to "Human-as-the-orchestrator."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and Regulatory Evolution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Evolving Standards:</a:t>
            </a:r>
            <a:r>
              <a:rPr lang="en" sz="1100">
                <a:solidFill>
                  <a:schemeClr val="dk1"/>
                </a:solidFill>
              </a:rPr>
              <a:t> Frameworks like DORA and GDPR are setting higher bars for operational resilience.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Professional Negligence:</a:t>
            </a:r>
            <a:r>
              <a:rPr lang="en" sz="1100">
                <a:solidFill>
                  <a:schemeClr val="dk1"/>
                </a:solidFill>
              </a:rPr>
              <a:t> Manual, periodic assessments are increasingly viewed as insufficient by cyber-insurers.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New De Facto Standard:</a:t>
            </a:r>
            <a:r>
              <a:rPr lang="en" sz="1100">
                <a:solidFill>
                  <a:schemeClr val="dk1"/>
                </a:solidFill>
              </a:rPr>
              <a:t> Continuous monitoring is becoming the legal baseline for "Reasonable Security."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SRM as a Business Enabler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"Cost Center" Myth:</a:t>
            </a:r>
            <a:r>
              <a:rPr lang="en" sz="1100">
                <a:solidFill>
                  <a:schemeClr val="dk1"/>
                </a:solidFill>
              </a:rPr>
              <a:t> Traditional security is often seen as a barrier to innovation.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Calculated Risk-Taking:</a:t>
            </a:r>
            <a:r>
              <a:rPr lang="en" sz="1100">
                <a:solidFill>
                  <a:schemeClr val="dk1"/>
                </a:solidFill>
              </a:rPr>
              <a:t> Predictive SRM provides data-driven confidence levels for new tech deployment.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ROI of Resilience:</a:t>
            </a:r>
            <a:r>
              <a:rPr lang="en" sz="1100">
                <a:solidFill>
                  <a:schemeClr val="dk1"/>
                </a:solidFill>
              </a:rPr>
              <a:t> Transitioning to the "Value of Risk Reduced" (VoRR) model to demonstrate superior return on investment.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"Human-in-the-Loop" Necessity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Black Box Problem:</a:t>
            </a:r>
            <a:r>
              <a:rPr lang="en" sz="1100">
                <a:solidFill>
                  <a:schemeClr val="dk1"/>
                </a:solidFill>
              </a:rPr>
              <a:t> The ethical dilemma of delegating risk-acceptance to autonomous algorithms.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Risk Orchestration:</a:t>
            </a:r>
            <a:r>
              <a:rPr lang="en" sz="1100">
                <a:solidFill>
                  <a:schemeClr val="dk1"/>
                </a:solidFill>
              </a:rPr>
              <a:t> The professional's role shifts to defining the ethical boundaries and business context AI cannot perceive.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Cost of Entry:</a:t>
            </a:r>
            <a:r>
              <a:rPr lang="en" sz="1100">
                <a:solidFill>
                  <a:schemeClr val="dk1"/>
                </a:solidFill>
              </a:rPr>
              <a:t> Acknowledging high initial implementation costs vs. the catastrophic cost of reactive cleanup.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as a Live Data Stream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Death of the Checklist:</a:t>
            </a:r>
            <a:r>
              <a:rPr lang="en" sz="1100">
                <a:solidFill>
                  <a:schemeClr val="dk1"/>
                </a:solidFill>
              </a:rPr>
              <a:t> By 2031, successful organisations will have eliminated static checklists entirely.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Strategic Vision:</a:t>
            </a:r>
            <a:r>
              <a:rPr lang="en" sz="1100">
                <a:solidFill>
                  <a:schemeClr val="dk1"/>
                </a:solidFill>
              </a:rPr>
              <a:t> Resilience is not a state to be reached, but a continuous data-driven process.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Final Thought:</a:t>
            </a:r>
            <a:r>
              <a:rPr lang="en" sz="1100">
                <a:solidFill>
                  <a:schemeClr val="dk1"/>
                </a:solidFill>
              </a:rPr>
              <a:t> The future of SRM is found in treating risk as a live, evolving pulse of the organisation.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